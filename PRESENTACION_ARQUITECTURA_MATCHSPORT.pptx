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⚡ MATCHSPORT PLATFORM</a:t>
            </a:r>
          </a:p>
          <a:p>
            <a:pPr>
              <a:spcAft>
                <a:spcPts val="1600"/>
              </a:spcAft>
              <a:defRPr sz="3200" b="1">
                <a:solidFill>
                  <a:srgbClr val="FFFFFF"/>
                </a:solidFill>
              </a:defRPr>
            </a:pPr>
            <a:r>
              <a:t>Arquitectura Técnica, Desacoplamiento &amp; Plan de Desarrollo</a:t>
            </a:r>
          </a:p>
          <a:p>
            <a:pPr>
              <a:spcAft>
                <a:spcPts val="2800"/>
              </a:spcAft>
              <a:defRPr sz="1500">
                <a:solidFill>
                  <a:srgbClr val="94A3B8"/>
                </a:solidFill>
              </a:defRPr>
            </a:pPr>
            <a:r>
              <a:t>Especificación de Ingeniería para Separación Frontend/Backend y Organización de Equipo (3 Devs + 1 UI/UX &amp; Marketing)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🚀 Preparado para el Equipo Fundador y Desarrollo Asistido por Agentes IA • Septiembre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ESTADO ACTUAL &amp; VIABILIDAD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Diagnóstico: ¿Por qué este prototipo es la base ideal?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27632"/>
            <a:ext cx="7315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1. Lo Difícil Ya Está Resuelto</a:t>
            </a:r>
          </a:p>
          <a:p>
            <a:pPr>
              <a:spcAft>
                <a:spcPts val="800"/>
              </a:spcAft>
              <a:defRPr sz="1100">
                <a:solidFill>
                  <a:srgbClr val="10B981"/>
                </a:solidFill>
              </a:defRPr>
            </a:pPr>
            <a:r>
              <a:t>ALGORITMOS &amp; MATEMÁTICA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Motor Glicko-2 con Rating, RD y Volatilidad 100% operativo.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Fórmula de Haversine calibrada con distritos de Lima.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Ventana dinámica que abre tolerancia (+30 pts cada 5s).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Modal de aceptación de 20s estilo Dota 2 validado contra estrés.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Tests automáticos pasando al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627632"/>
            <a:ext cx="73152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2. Identidad &amp; Resiliencia</a:t>
            </a:r>
          </a:p>
          <a:p>
            <a:pPr>
              <a:spcAft>
                <a:spcPts val="800"/>
              </a:spcAft>
              <a:defRPr sz="1100">
                <a:solidFill>
                  <a:srgbClr val="3B82F6"/>
                </a:solidFill>
              </a:defRPr>
            </a:pPr>
            <a:r>
              <a:t>UX AMATEUR SIN FRICCIÓN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Acceso ultrarrápido por Nombre + PIN (4 dígitos).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Criptografía en SQLite con hash unidireccional bcryptjs.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Grace Period de 25s: si hay microcorte en cancha, no te expulsa.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Cuestionario de 3 preguntas para calcular ELO inicial.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25 bots sembrados con GPS en Lima para demos inmediatas.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627632"/>
            <a:ext cx="7315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3. El Siguiente Paso Natural</a:t>
            </a:r>
          </a:p>
          <a:p>
            <a:pPr>
              <a:spcAft>
                <a:spcPts val="800"/>
              </a:spcAft>
              <a:defRPr sz="1100">
                <a:solidFill>
                  <a:srgbClr val="F59E0B"/>
                </a:solidFill>
              </a:defRPr>
            </a:pPr>
            <a:r>
              <a:t>DESACOPLAMIENTO PROFESIONAL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Separar el código en módulos especializados.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App Móvil para jugadores (Capacitor Android/iOS).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Web Dashboard para dueños de canchas / admin.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Backend central con base de datos PostgreSQL.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Organizar el desarrollo entre los 4 integrantes del equipo.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ARQUITECTURA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Estructura Monorepo: 3 Aplicaciones + 1 Paquete Compartido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27632"/>
            <a:ext cx="7315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apps/player-mobile</a:t>
            </a:r>
          </a:p>
          <a:p>
            <a:pPr>
              <a:spcAft>
                <a:spcPts val="800"/>
              </a:spcAft>
              <a:defRPr sz="1100">
                <a:solidFill>
                  <a:srgbClr val="10B981"/>
                </a:solidFill>
              </a:defRPr>
            </a:pPr>
            <a:r>
              <a:t>📱 APP MÓVIL DEL JUGADOR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Tecnología: React 18 + Capacitor 8.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Despliegue nativo en Android Studio e iOS.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Interfaz táctil optimizada a 60 FPS.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Acceso a GPS, Háptica y Notificaciones Push (FCM).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Barra inferior con 4 iconos clave.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Cartas FUT coleccionables y chat de sala.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627632"/>
            <a:ext cx="73152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apps/backend</a:t>
            </a:r>
          </a:p>
          <a:p>
            <a:pPr>
              <a:spcAft>
                <a:spcPts val="800"/>
              </a:spcAft>
              <a:defRPr sz="1100">
                <a:solidFill>
                  <a:srgbClr val="3B82F6"/>
                </a:solidFill>
              </a:defRPr>
            </a:pPr>
            <a:r>
              <a:t>⚙️ SERVIDOR CENTRAL &amp; TIEMPO REAL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Tecnología: Node.js, Express, Socket.IO.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Arquitectura por capas: Controllers, Services, Repositories.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Autenticación JWT + hash bcrypt para PIN.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Socket.IO con Redis Pub/Sub para escala horizontal.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Persistencia con PostgreSQL (migración desde SQLite).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Winston Logger estructurado para auditoría.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627632"/>
            <a:ext cx="73152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apps/admin-web &amp; shared</a:t>
            </a:r>
          </a:p>
          <a:p>
            <a:pPr>
              <a:spcAft>
                <a:spcPts val="800"/>
              </a:spcAft>
              <a:defRPr sz="1100">
                <a:solidFill>
                  <a:srgbClr val="A855F7"/>
                </a:solidFill>
              </a:defRPr>
            </a:pPr>
            <a:r>
              <a:t>🖥️ WEB ADMIN + 📦 PAQUETE COMÚN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admin-web: Dashboard de escritorio panorámico (1080p+).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Monitor en vivo de sockets y partidos activos.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Sala de resolución de disputas de marcadores.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packages/shared: Diccionario estricto de eventos Socket.IO.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Catálogo unificado de deportes y distritos de Lima.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DISEÑO CENTRADO EN 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Experiencia Móvil de Alta Retención: Principios UI/UX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27632"/>
            <a:ext cx="7315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La Zona del Pulgar</a:t>
            </a:r>
          </a:p>
          <a:p>
            <a:pPr>
              <a:spcAft>
                <a:spcPts val="800"/>
              </a:spcAft>
              <a:defRPr sz="1100">
                <a:solidFill>
                  <a:srgbClr val="10B981"/>
                </a:solidFill>
              </a:defRPr>
            </a:pPr>
            <a:r>
              <a:t>ERGONOMÍA TÁCTIL (THUMB ZONE)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El 75% de las personas usan el celular con una sola mano.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Los botones más importantes van en el tercio inferior de la pantalla.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Cero estirar la mano hacia la esquina superior para menús.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El botón 'Buscar Rival' o 'Aceptar' se pulsa cómodamente con el pulgar.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627632"/>
            <a:ext cx="7315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Ley de Hick: Cero Botones</a:t>
            </a:r>
          </a:p>
          <a:p>
            <a:pPr>
              <a:spcAft>
                <a:spcPts val="800"/>
              </a:spcAft>
              <a:defRPr sz="1100">
                <a:solidFill>
                  <a:srgbClr val="F59E0B"/>
                </a:solidFill>
              </a:defRPr>
            </a:pPr>
            <a:r>
              <a:t>MENOS OPCIONES = MÁS VELOCIDAD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 mayor cantidad de botones, mayor frustración.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Una pantalla = Una sola acción principal destacada (Primary CTA).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Cero formularios largos: entrada en 2 taps con Nombre y PIN.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Navegación visual limpia con animaciones fluidas a 60 FPS.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627632"/>
            <a:ext cx="73152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Barra Inferior de 4 Iconos</a:t>
            </a:r>
          </a:p>
          <a:p>
            <a:pPr>
              <a:spcAft>
                <a:spcPts val="800"/>
              </a:spcAft>
              <a:defRPr sz="1100">
                <a:solidFill>
                  <a:srgbClr val="3B82F6"/>
                </a:solidFill>
              </a:defRPr>
            </a:pPr>
            <a:r>
              <a:t>ESTÁNDAR DE ORO (APPLE &amp; GOOGLE)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🧭 1. JUGAR: Radar y botón central 'Buscar Partido'.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🏟️ 2. SALAS: Convocatorias abiertas y código PIN para WhatsApp.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🏆 3. RANKING: Tablas distritales y mejores puntuados.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👤 4. PERFIL: Tu Carta FUT, 6 atributos y reputación Fair 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ORGANIZACIÓN DEL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Reparto de Roles: 3 Desarrolladores + 1 UI/UX &amp; Marketing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27632"/>
            <a:ext cx="731520" cy="54864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031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🎨 Miembro 4</a:t>
            </a:r>
          </a:p>
          <a:p>
            <a:pPr>
              <a:spcAft>
                <a:spcPts val="800"/>
              </a:spcAft>
              <a:defRPr sz="1100">
                <a:solidFill>
                  <a:srgbClr val="A855F7"/>
                </a:solidFill>
              </a:defRPr>
            </a:pPr>
            <a:r>
              <a:t>UI/UX &amp; MARKETING LEAD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Design System oficial en Figma.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Diseño de pantallas móviles (Barra de 4 Iconos).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Diseño de Cartas FUT (Bronce, Plata, Oro, TOTW).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Mensajes virales de WhatsApp para compartir salas.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Alianza con 2 canchas piloto para captar jugadores.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627632"/>
            <a:ext cx="73152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783080"/>
            <a:ext cx="21031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⚙️ Dev 1</a:t>
            </a:r>
          </a:p>
          <a:p>
            <a:pPr>
              <a:spcAft>
                <a:spcPts val="800"/>
              </a:spcAft>
              <a:defRPr sz="1100">
                <a:solidFill>
                  <a:srgbClr val="3B82F6"/>
                </a:solidFill>
              </a:defRPr>
            </a:pPr>
            <a:r>
              <a:t>BACKEND &amp; DB LEAD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Estructuración de base de datos PostgreSQL.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Autenticación Nombre + PIN y emisión de JWT.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Seguridad: Rate Limiting y validación Zod.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Desarrollo del Panel Web SuperAdmin (desktop).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Resolución de disputas y métricas en vivo.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627632"/>
            <a:ext cx="7315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83080"/>
            <a:ext cx="21031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⚡ Dev 2</a:t>
            </a:r>
          </a:p>
          <a:p>
            <a:pPr>
              <a:spcAft>
                <a:spcPts val="800"/>
              </a:spcAft>
              <a:defRPr sz="1100">
                <a:solidFill>
                  <a:srgbClr val="10B981"/>
                </a:solidFill>
              </a:defRPr>
            </a:pPr>
            <a:r>
              <a:t>REAL-TIME ENGINEER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Arquitectura de eventos en Socket.IO.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Motor Glicko-2 y distancia por Haversine.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Expansión dinámica de ventana (+30 pts cada 5s).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Reconexión resiliente (Grace Period de 25s).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Configuración de Redis Pub/Sub para alta carga.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4688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0" y="1627632"/>
            <a:ext cx="7315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1783080"/>
            <a:ext cx="21031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📱 Dev 3</a:t>
            </a:r>
          </a:p>
          <a:p>
            <a:pPr>
              <a:spcAft>
                <a:spcPts val="800"/>
              </a:spcAft>
              <a:defRPr sz="1100">
                <a:solidFill>
                  <a:srgbClr val="F59E0B"/>
                </a:solidFill>
              </a:defRPr>
            </a:pPr>
            <a:r>
              <a:t>MOBILE FRONTEND LEAD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Maquetación fiel de los diseños Figma en React.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Implementación de la Barra de 4 Iconos y transiciones.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Conexión de eventos Socket.IO y modales.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Capacitor nativo: Vibración háptica, GPS y Push FCM.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Compilación y optimización en Android Studio.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HOJA DE RUTA OPERATIVA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Plan de Ejecución Ágil: Sprint de 3 Semanas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27632"/>
            <a:ext cx="73152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Semana 1: Cimientos</a:t>
            </a:r>
          </a:p>
          <a:p>
            <a:pPr>
              <a:spcAft>
                <a:spcPts val="800"/>
              </a:spcAft>
              <a:defRPr sz="1100">
                <a:solidFill>
                  <a:srgbClr val="3B82F6"/>
                </a:solidFill>
              </a:defRPr>
            </a:pPr>
            <a:r>
              <a:t>DISEÑO, CONTRATOS &amp; BASE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Miembro 4: Entrega Figma de los 4 tabs y la carta FUT.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Dev 1 &amp; Dev 2: Definen contratos de API REST y eventos Socket.IO.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Dev 3: Configura el entorno Capacitor en Android y navegación base.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Hito: Contratos estandarizados en packages/shared sin errores.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17720" y="1627632"/>
            <a:ext cx="7315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Semana 2: Construcción</a:t>
            </a:r>
          </a:p>
          <a:p>
            <a:pPr>
              <a:spcAft>
                <a:spcPts val="800"/>
              </a:spcAft>
              <a:defRPr sz="1100">
                <a:solidFill>
                  <a:srgbClr val="F59E0B"/>
                </a:solidFill>
              </a:defRPr>
            </a:pPr>
            <a:r>
              <a:t>LOGICA PURA &amp; PANTALLAS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Miembro 4: Diseña copy de WhatsApp y contacta 2 canchas piloto.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Dev 1: Implementa Auth por PIN + JWT y endpoints de partidos.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Dev 2: Conecta flujo de salas (Lobbies) y modal de 20s.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Dev 3: Maqueta las vistas de Salas y Radar con base en Figma.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Hito: Partidos de prueba entre celulares en red local.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29184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21040" y="1627632"/>
            <a:ext cx="7315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292608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Semana 3: Integración</a:t>
            </a:r>
          </a:p>
          <a:p>
            <a:pPr>
              <a:spcAft>
                <a:spcPts val="800"/>
              </a:spcAft>
              <a:defRPr sz="1100">
                <a:solidFill>
                  <a:srgbClr val="10B981"/>
                </a:solidFill>
              </a:defRPr>
            </a:pPr>
            <a:r>
              <a:t>PRUEBAS EN CANCHA &amp; ADMIN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Miembro 4: Prueba de usabilidad con 5 amigos en una cancha real.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Dev 1: Monta el Panel Web Admin con métricas en vivo.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Dev 2: Calibra el reporte de resultados y penalización anti-ausentismo.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Dev 3: Conexión final con plugins de háptica y Push.</a:t>
            </a:r>
          </a:p>
          <a:p>
            <a:pPr>
              <a:spcAft>
                <a:spcPts val="400"/>
              </a:spcAft>
              <a:defRPr sz="1100">
                <a:solidFill>
                  <a:srgbClr val="94A3B8"/>
                </a:solidFill>
              </a:defRPr>
            </a:pPr>
            <a:r>
              <a:t>• Hito: MVP en producción listo para invitar a los primeros 200 usuarios.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554480"/>
            <a:ext cx="88696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🎯 CONCLUSIÓN Y PRÓXIMOS PASOS</a:t>
            </a:r>
          </a:p>
          <a:p>
            <a:pPr>
              <a:spcAft>
                <a:spcPts val="1800"/>
              </a:spcAft>
              <a:defRPr sz="2600" b="1">
                <a:solidFill>
                  <a:srgbClr val="FFFFFF"/>
                </a:solidFill>
              </a:defRPr>
            </a:pPr>
            <a:r>
              <a:t>Tenemos la base técnica resuelta; ahora ejecutamos la experiencia de usuario definitiva.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1. No empezamos de cero: Los algoritmos más complejos (Glicko-2, Haversine, PIN bcrypt, 20s accept) ya están probados con tests.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2. Roles definidos: Cada integrante tiene una misión clara, sin solapamientos ni fricción.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3. Estándar de producto: App móvil rápida estilo TikTok (Thumb Zone + 4 tabs) y Web Admin potente.</a:t>
            </a:r>
          </a:p>
          <a:p>
            <a:pPr>
              <a:spcAft>
                <a:spcPts val="800"/>
              </a:spcAft>
              <a:defRPr sz="1300">
                <a:solidFill>
                  <a:srgbClr val="94A3B8"/>
                </a:solidFill>
              </a:defRPr>
            </a:pPr>
            <a:r>
              <a:t>4. El Agente de IA ya cuenta con los contratos, especificaciones y guías para asistir en cada sprint.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